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과목에서 같은 개발 환경을 사용합니다. 설치 중 오류가 발생하면 먼저 설치를 마친 학생과 함께 해결하고, 수업 안에 끝내지 못한 항목은 오피스 아워에서 지원합니다.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실습 전에 앞의 두 항목을 개인 노트북에서 확인해야 합니다. 뒤의 두 항목은 학기 내내 사용량과 사고를 좌우하므로 오늘 기준을 정해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Antigravity는 VS Code를 기반으로 하므로 확장과 단축키가 대부분 같습니다. 두 편집기를 모두 설치해도 되지만, 수업에서 주로 사용할 편집기 하나를 정해 두는 편이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과목의 실습 코드는 파이썬 3.11에서 검증했습니다. 다른 버전이 이미 설치되어 있어도 3.11을 추가로 설치할 수 있습니다. Windows에서 python 명령을 찾지 못하면 설치할 때 PATH 추가 항목을 선택했는지 먼저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과목마다 별도의 가상환경을 만듭니다. 터미널 프롬프트 앞에 .venv가 표시되면 활성화된 상태입니다. Windows에서 실행 정책 오류가 발생하면 Set-ExecutionPolicy -Scope CurrentUser RemoteSigned를 한 번 실행합니다.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가상환경을 설치한 뒤 VS Code의 인터프리터도 같은 .venv로 지정해야 합니다. 이 설정이 다르면 터미널에서는 패키지를 불러오지만 편집기나 노트북에서는 임포트에 실패할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편집기에서는 사용자가 코드를 직접 읽고 수정합니다. 터미널 에이전트는 사용자의 지시에 따라 파일을 수정하고 명령을 실행합니다. 두 도구 모두 같은 프로젝트 폴더를 대상으로 작업합니다. 그림 오른쪽의 Orca는 마지막에 용도만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Windows에서는 PowerShell에서 설치 명령을 실행합니다. Git for Windows를 함께 설치하면 Bash 명령이 필요한 작업도 처리할 수 있습니다. 설치 후에는 터미널을 새로 열고 claude 명령을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Codex 공식 설치 프로그램을 사용하면 Node.js를 별도로 설치할 필요가 없습니다. 설치 후 프로젝트 폴더에서 codex를 실행하고, 처음 나타나는 화면에서 로그인 방법을 선택합니다.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Antigravity는 편집기 안에서 에이전트를 사용하는 형태입니다. 터미널 사용이 익숙하지 않은 학생은 이 도구로 시작할 수 있습니다. macOS용 설치 파일은 Apple Silicon과 Intel을 구분해 제공하므로 자신의 기기에 맞는 파일을 선택합니다.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여러 도구를 설치해 두면 한 도구의 사용 한도를 모두 썼거나 서비스에 접속할 수 없을 때 다른 도구로 작업을 이어갈 수 있습니다. 과제에서는 사용한 도구의 종류를 평가하지 않습니다. 학생 계정 지원 여부는 단톡방에서 별도로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에이전트를 잘못된 폴더에서 실행하면 의도하지 않은 파일을 수정할 수 있습니다. 작업을 시작할 때 현재 경로와 파일 목록을 먼저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Code에서 Shift+Tab을 누르면 기본, acceptEdits, plan, bypassPermissions 순서로 전환되고 현재 모드가 화면 아래에 표시됩니다. 수업에서는 plan 모드로 계획을 확인한 뒤 실행 단계로 넘어가는 순서를 권장합니다.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전면 자동은 확인을 생략하는 기능이 아니라 확인 시점을 뒤로 옮기는 기능입니다. 커밋하지 않은 상태에서 사용하면 잘못된 수정을 복구하기 어렵습니다. 커밋한 뒤에 실행하고, 작업이 끝나면 git diff로 변경 내용을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각자 에이전트에게 한 번 지시해 봅니다. 설치를 이미 마친 학생은 파이썬 버전과 설치된 패키지를 점검하도록 요청합니다. 지시에는 작업 목적과 실패했을 때 보고할 내용을 포함하면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평가에서는 어떤 도구를 사용했는지보다 결과를 설명하고 검증할 수 있는지를 확인합니다. 작성한 코드와 분석 결과를 설명하지 못하면 제출물의 타당성을 평가할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 작성 뒤에는 원본 행 수, 결측 처리, 필터 범위를 차례로 확인합니다. 두 과목의 과제에서도 이 검증 과정을 평가합니다.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명령 목록은 /help로 확인할 수 있습니다. 이번 시간에는 표의 네 가지를 먼저 익히고, 나머지는 필요할 때 찾아 쓰도록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세션을 오래 유지하면 앞부분 대화가 계속 함께 전송되어 응답이 느려지고 사용 한도가 빨리 소진됩니다. 학생들이 한도를 가장 빨리 소진하는 경로가 이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항상 가장 큰 모델을 사용하면 사용 한도가 빨리 소진됩니다. 반대로 검증이 어려운 작업에 작은 모델을 사용하면 확인에 더 많은 시간이 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팀 프로젝트에서 특히 유용합니다. 데이터 정의와 결정 근거를 md 파일에 적어 두면 팀원과 에이전트가 같은 문서를 참조합니다. 저장소에 두면 Git 이력으로 변경 시점도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worktree를 사용하면 각 에이전트가 별도의 작업 폴더에서 수정할 수 있습니다. 같은 파일을 동시에 수정한 결과는 나중에 병합해야 합니다. 관심 있는 학생은 GitHub의 stablyai/orca 저장소에서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 수를 늘린다고 작업 속도가 항상 빨라지지는 않습니다. 결과 검토에 시간이 오래 걸리는 상황이라면 병렬 실행보다 검증 절차를 먼저 정리해야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학생별 설치 상태를 확인합니다. 해결하지 못한 오류 메시지는 모아서 오피스 아워에 지원합니다.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처음에 제시한 네 가지 학습 목표를 다시 확인합니다. 설치하지 못한 항목은 오피스 아워에서 이어서 진행하도록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과목별 첫 실습 내용은 각 과목의 강의 자료에서 이어서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공용 · 스마트 교통물류 / AI 모빌리티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1주차 공용 세션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개발 환경과 AI 코딩 에이전트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VS Code · 파이썬 · Claude Code · Codex · Antigravity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2학기 1주차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공용 세션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개발 환경 준비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수업에 사용할 개발 환경  ·  1.2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편집기와 파이썬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VS Code 설치와 확장  ·  2.2 파이썬 3.11 설치  ·  2.3 프로젝트 폴더와 가상환경  ·  2.4 설치 확인 3단계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AI 코딩 도구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도구별 역할  ·  3.2 Claude Code 설치  ·  3.3 Codex 설치  ·  3.4 Antigravity 설치  ·  3.5 계정과 사용 한도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에이전트 실행과 권한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에이전트를 여는 위치  ·  4.2 권한 모드 세 단계  ·  4.3 전면 자동을 쓰는 조건  ·  4.4 첫 지시 문장  ·  4.5 에이전트가 판단할 수 없는 것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확인과 기록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결과 확인 항목  ·  5.2 자주 쓰는 명령  ·  5.3 대화를 비우는 기준  ·  5.4 모델 선택  ·  5.5 md 파일로 남기는 맥락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병렬 실행과 정리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Orca  ·  6.2 병렬 실행이 필요한 시점  ·  6.3 설치 확인 목록  ·  6.4 개발 환경 정리  ·  6.5 다음 시간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개발 환경 준비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수업에 사용할 개발 환경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수업에 사용할 개발 환경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개발 환경 준비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설치 대상: 편집기, 파이썬, AI 코딩 도구</a:t>
            </a:r>
          </a:p>
          <a:p>
            <a:pPr/>
            <a:r>
              <a:t>적용 범위: 두 과목에서 한 학기 동안 공통으로 사용</a:t>
            </a:r>
          </a:p>
          <a:p>
            <a:pPr/>
            <a:r>
              <a:t>진행 방식: 안내 슬라이드를 보며 개인 노트북에 직접 설치</a:t>
            </a:r>
          </a:p>
          <a:p>
            <a:pPr/>
            <a:r>
              <a:t>완료 기준: 설치 확인 항목 네 개 통과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개발 환경 준비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VS Code와 파이썬 설치, 가상환경까지 확인</a:t>
            </a:r>
          </a:p>
          <a:p>
            <a:pPr/>
            <a:r>
              <a:t>AI 코딩 도구 3종 설치와 로그인</a:t>
            </a:r>
          </a:p>
          <a:p>
            <a:pPr/>
            <a:r>
              <a:t>권한 모드 세 단계와 각 단계를 사용할 조건</a:t>
            </a:r>
          </a:p>
          <a:p>
            <a:pPr/>
            <a:r>
              <a:t>명령어와 기록 파일을 이용한 맥락·사용량 관리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편집기와 파이썬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VS Code 설치와 확장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파이썬 3.11 설치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2.3  </a:t>
            </a:r>
            <a:r>
              <a:t>프로젝트 폴더와 가상환경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2.4  </a:t>
            </a:r>
            <a:r>
              <a:t>설치 확인 3단계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VS Code 설치와 확장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편집기와 파이썬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설치 파일: code.visualstudio.com에서 운영체제에 맞는 버전 선택</a:t>
            </a:r>
          </a:p>
          <a:p>
            <a:pPr/>
            <a:r>
              <a:t>Windows 설치 화면: PATH 추가 항목 체크</a:t>
            </a:r>
          </a:p>
          <a:p>
            <a:pPr/>
            <a:r>
              <a:t>확장 3개</a:t>
            </a:r>
          </a:p>
          <a:p>
            <a:pPr lvl="1"/>
            <a:r>
              <a:t>Python · Jupyter · Korean Language Pack</a:t>
            </a:r>
          </a:p>
          <a:p>
            <a:pPr/>
            <a:r>
              <a:t>주 편집기 선택: VS Code 또는 Antigravity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파이썬 3.11 설치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편집기와 파이썬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설치 파일: python.org의 3.11 계열</a:t>
            </a:r>
          </a:p>
          <a:p>
            <a:pPr/>
            <a:r>
              <a:t>Windows 설치 첫 화면: PATH 추가 항목 체크 후 설치</a:t>
            </a:r>
          </a:p>
          <a:p>
            <a:pPr/>
            <a:r>
              <a:t>macOS: python.org 설치본 또는 Homebrew</a:t>
            </a:r>
          </a:p>
          <a:p>
            <a:pPr/>
            <a:r>
              <a:t>확인: python --version → Python 3.11.x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2.3 프로젝트 폴더와 가상환경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편집기와 파이썬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폴더 위치: 한글과 공백이 없는 경로 (예: C:\dev)</a:t>
            </a:r>
          </a:p>
          <a:p>
            <a:pPr/>
            <a:r>
              <a:t>가상환경 생성: python -m venv .venv</a:t>
            </a:r>
          </a:p>
          <a:p>
            <a:pPr/>
            <a:r>
              <a:t>활성화</a:t>
            </a:r>
          </a:p>
          <a:p>
            <a:pPr lvl="1"/>
            <a:r>
              <a:t>Windows: .venv\Scripts\Activate.ps1</a:t>
            </a:r>
          </a:p>
          <a:p>
            <a:pPr lvl="1"/>
            <a:r>
              <a:t>macOS·Linux: source .venv/bin/activate</a:t>
            </a:r>
          </a:p>
          <a:p>
            <a:pPr/>
            <a:r>
              <a:t>패키지 설치: pip install -r requirements.txt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2.4 설치 확인 3단계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편집기와 파이썬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파이썬 버전: python --version</a:t>
            </a:r>
          </a:p>
          <a:p>
            <a:pPr/>
            <a:r>
              <a:t>패키지 목록: pip list에서 requirements의 패키지 이름 확인</a:t>
            </a:r>
          </a:p>
          <a:p>
            <a:pPr/>
            <a:r>
              <a:t>VS Code 인터프리터: 명령 팔레트에서 Python: Select Interpreter → .venv 선택</a:t>
            </a:r>
          </a:p>
          <a:p>
            <a:pPr/>
            <a:r>
              <a:t>최종 확인: 편집기 왼쪽 아래의 인터프리터가 .venv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AI 코딩 도구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도구별 역할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Claude Code 설치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3.3  </a:t>
            </a:r>
            <a:r>
              <a:t>Codex 설치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3.4  </a:t>
            </a:r>
            <a:r>
              <a:t>Antigravity 설치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3.5  </a:t>
            </a:r>
            <a:r>
              <a:t>계정과 사용 한도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도구별 역할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AI 코딩 도구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편집기: 사람이 코드를 보고 고치는 곳</a:t>
            </a:r>
          </a:p>
          <a:p>
            <a:pPr/>
            <a:r>
              <a:t>터미널 에이전트: 지시를 받아 파일을 직접 고치는 프로그램</a:t>
            </a:r>
          </a:p>
          <a:p>
            <a:pPr/>
            <a:r>
              <a:t>공통 작업 대상: 하나의 프로젝트 폴더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편집기와 터미널 에이전트가 같은 프로젝트 폴더를 고치고, Orca는 에이전트별로 폴더를 나눈다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tools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565392" cy="26150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Claude Code 설치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AI 코딩 도구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설치 명령</a:t>
            </a:r>
          </a:p>
          <a:p>
            <a:pPr lvl="1"/>
            <a:r>
              <a:t>Windows PowerShell: irm https://claude.ai/install.ps1 | iex</a:t>
            </a:r>
          </a:p>
          <a:p>
            <a:pPr lvl="1"/>
            <a:r>
              <a:t>macOS·Linux: curl -fsSL https://claude.ai/install.sh | bash</a:t>
            </a:r>
          </a:p>
          <a:p>
            <a:pPr/>
            <a:r>
              <a:t>확인: claude --version → 버전 번호 출력</a:t>
            </a:r>
          </a:p>
          <a:p>
            <a:pPr/>
            <a:r>
              <a:t>첫 실행: 프로젝트 폴더에서 claude 입력 → 브라우저 로그인</a:t>
            </a:r>
          </a:p>
          <a:p>
            <a:pPr/>
            <a:r>
              <a:t>계정 요건: Anthropic 유료 플랜 (무료 플랜 제외)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3.3 Codex 설치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AI 코딩 도구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설치 명령</a:t>
            </a:r>
          </a:p>
          <a:p>
            <a:pPr lvl="1"/>
            <a:r>
              <a:t>Windows PowerShell: irm https://chatgpt.com/codex/install.ps1 | iex</a:t>
            </a:r>
          </a:p>
          <a:p>
            <a:pPr lvl="1"/>
            <a:r>
              <a:t>macOS·Linux: curl -fsSL https://chatgpt.com/codex/install.sh | sh</a:t>
            </a:r>
          </a:p>
          <a:p>
            <a:pPr/>
            <a:r>
              <a:t>확인: codex --version → 버전 번호 출력</a:t>
            </a:r>
          </a:p>
          <a:p>
            <a:pPr/>
            <a:r>
              <a:t>첫 실행: 프로젝트 폴더에서 codex 입력 → ChatGPT 또는 API 키로 로그인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3.4 Antigravity 설치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AI 코딩 도구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내려받기: antigravity.google/download</a:t>
            </a:r>
          </a:p>
          <a:p>
            <a:pPr/>
            <a:r>
              <a:t>요건: Windows 10 64비트 이상 · macOS 12 이상(Apple Silicon·Intel) · Linux</a:t>
            </a:r>
          </a:p>
          <a:p>
            <a:pPr/>
            <a:r>
              <a:t>로그인: 구글 계정 · 인터넷 연결 필요</a:t>
            </a:r>
          </a:p>
          <a:p>
            <a:pPr/>
            <a:r>
              <a:t>구조: VS Code 기반 — 확장과 단축키 대부분 동일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3.5 계정과 사용 한도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AI 코딩 도구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한도와 요금제는 학기 중에도 변경</a:t>
            </a:r>
          </a:p>
          <a:p>
            <a:pPr/>
            <a:r>
              <a:t>과제 설계 전제: 특정 도구나 한도를 요구하지 않음</a:t>
            </a:r>
          </a:p>
          <a:p>
            <a:pPr/>
            <a:r>
              <a:t>한 도구를 사용할 수 없으면 다른 도구로 전환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도구별 계정 요건과 한도 소진 시 대비책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641348"/>
                <a:gridCol w="1641348"/>
                <a:gridCol w="1641348"/>
                <a:gridCol w="1641348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도구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계정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요금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대비책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Claude Code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Anthropic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유료 플랜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웹 Claude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Codex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ChatGPT 또는 API 키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구독 또는 사용량 과금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웹 Codex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Antigravity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구글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무료 시작, 한도 있음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Google Colab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에이전트 실행과 권한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에이전트를 여는 위치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권한 모드 세 단계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4.3  </a:t>
            </a:r>
            <a:r>
              <a:t>전면 자동을 쓰는 조건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4.4  </a:t>
            </a:r>
            <a:r>
              <a:t>첫 지시 문장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4.5  </a:t>
            </a:r>
            <a:r>
              <a:t>에이전트가 판단할 수 없는 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에이전트를 여는 위치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에이전트 실행과 권한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실행 위치: 프로젝트 폴더에서 터미널 실행 → 해당 폴더가 작업 범위</a:t>
            </a:r>
          </a:p>
          <a:p>
            <a:pPr/>
            <a:r>
              <a:t>VS Code: 터미널 메뉴에서 새 터미널 열기</a:t>
            </a:r>
          </a:p>
          <a:p>
            <a:pPr/>
            <a:r>
              <a:t>첫 확인: 현재 경로와 파일 목록을 먼저 출력</a:t>
            </a:r>
          </a:p>
          <a:p>
            <a:pPr/>
            <a:r>
              <a:t>주의 사항: 홈 폴더나 바탕화면에서 실행하지 않기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권한 모드 세 단계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에이전트 실행과 권한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전환 방법: Claude Code는 Shift+Tab · Codex는 /approvals · Antigravity는 설정 화면</a:t>
            </a:r>
          </a:p>
          <a:p>
            <a:pPr/>
            <a:r>
              <a:t>시작 옵션: claude --dangerously-skip-permissions · codex --yolo</a:t>
            </a:r>
          </a:p>
          <a:p>
            <a:pPr/>
            <a:r>
              <a:t>계획 우선 실행: Claude Code의 plan 모드는 파일을 수정하지 않고 계획만 제시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도구별 권한 단계와 설정 이름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641348"/>
                <a:gridCol w="1641348"/>
                <a:gridCol w="1641348"/>
                <a:gridCol w="1641348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도구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매번 승인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부분 자동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전면 자동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Claude Code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기본 모드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acceptEdits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bypassPermissions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Codex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ask-for-approval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full-auto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yolo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Antigravity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Request Review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Proceed in Sandbox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Always Proceed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4.3 전면 자동을 쓰는 조건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에이전트 실행과 권한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조건 1: Git 저장소이고 직전 작업까지 커밋된 상태</a:t>
            </a:r>
          </a:p>
          <a:p>
            <a:pPr/>
            <a:r>
              <a:t>조건 2: 과제나 실습 폴더 — 개인 자료와 자격증명이 없는 위치</a:t>
            </a:r>
          </a:p>
          <a:p>
            <a:pPr/>
            <a:r>
              <a:t>조건 3: 결과 확인 방법을 미리 정해 둔 경우</a:t>
            </a:r>
          </a:p>
          <a:p>
            <a:pPr/>
            <a:r>
              <a:t>제외 대상: 홈 폴더, 연구실 공용 저장소, 자격증명이 있는 폴더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4.4 첫 지시 문장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에이전트 실행과 권한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지시 예시: requirements.txt로 가상환경 생성과 설치 · 실패 시 오류 원문과 원인 보고</a:t>
            </a:r>
          </a:p>
          <a:p>
            <a:pPr/>
            <a:r>
              <a:t>오류 전달 방식: 화면 캡처 대신 터미널 출력 원문</a:t>
            </a:r>
          </a:p>
          <a:p>
            <a:pPr/>
            <a:r>
              <a:t>작업 단위: 설치와 분석을 한 지시에 섞지 않고 하나씩 요청</a:t>
            </a:r>
          </a:p>
          <a:p>
            <a:pPr/>
            <a:r>
              <a:t>실행 전 확인: 수정할 파일과 실행할 명령을 먼저 설명하도록 요청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4.5 에이전트가 판단할 수 없는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에이전트 실행과 권한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데이터의 의미와 결과의 타당성 판단</a:t>
            </a:r>
          </a:p>
          <a:p>
            <a:pPr/>
            <a:r>
              <a:t>과목 규칙 — 제출 형식, 마감, 허용 범위</a:t>
            </a:r>
          </a:p>
          <a:p>
            <a:pPr/>
            <a:r>
              <a:t>실제 변경 사항의 최종 확인: git status와 파일 목록</a:t>
            </a:r>
          </a:p>
          <a:p>
            <a:pPr/>
            <a:r>
              <a:t>제출물의 정확성에 대한 책임: 제출한 학생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확인과 기록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결과 확인 항목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자주 쓰는 명령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5.3  </a:t>
            </a:r>
            <a:r>
              <a:t>대화를 비우는 기준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5.4  </a:t>
            </a:r>
            <a:r>
              <a:t>모델 선택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5.5  </a:t>
            </a:r>
            <a:r>
              <a:t>md 파일로 남기는 맥락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결과 확인 항목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확인과 기록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행 수: 읽어들인 결과가 원본 파일과 일치</a:t>
            </a:r>
          </a:p>
          <a:p>
            <a:pPr/>
            <a:r>
              <a:t>결측: 삭제인지 대체인지, 대체면 어떤 값인지</a:t>
            </a:r>
          </a:p>
          <a:p>
            <a:pPr/>
            <a:r>
              <a:t>필터: 조건이 의도한 범위와 일치</a:t>
            </a:r>
          </a:p>
          <a:p>
            <a:pPr/>
            <a:r>
              <a:t>검증하지 않은 코드: 이후 오차의 원인이 될 가능성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자주 쓰는 명령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확인과 기록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사용량 확인: Claude Code는 /context와 /usage · Codex는 /status</a:t>
            </a:r>
          </a:p>
          <a:p>
            <a:pPr/>
            <a:r>
              <a:t>변경 취소: Claude Code는 /rewind · 공통으로 git diff와 git restore</a:t>
            </a:r>
          </a:p>
          <a:p>
            <a:pPr/>
            <a:r>
              <a:t>이전 작업 이어가기: claude --continue 또는 claude --resume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3. 목적별 명령 대응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목적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Claude Code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Codex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모델·추론 강도 변경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/model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/model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대화 비우기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/clear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/new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대화 압축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/compact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/compact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규칙 파일 생성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/init → CLAUDE.md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/init → AGENTS.md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5.3 대화를 비우는 기준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확인과 기록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전송 방식: 매 요청마다 이전 대화 전체를 다시 전송</a:t>
            </a:r>
          </a:p>
          <a:p>
            <a:pPr/>
            <a:r>
              <a:t>작업이 바뀔 때: /clear로 이전 맥락 제거</a:t>
            </a:r>
          </a:p>
          <a:p>
            <a:pPr/>
            <a:r>
              <a:t>같은 작업이 길어질 때: /compact로 요약만 남기고 계속</a:t>
            </a:r>
          </a:p>
          <a:p>
            <a:pPr/>
            <a:r>
              <a:t>상태 점검: /context로 무엇이 얼마나 차 있는지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5.4 모델 선택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확인과 기록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변경 방법: /model로 작업 난이도에 맞게 선택</a:t>
            </a:r>
          </a:p>
          <a:p>
            <a:pPr/>
            <a:r>
              <a:t>가벼운 작업: 파일 정리, 형식 변환, 오류 메시지 해석</a:t>
            </a:r>
          </a:p>
          <a:p>
            <a:pPr/>
            <a:r>
              <a:t>무거운 작업: 설계 결정, 알고리즘 구현, 원인이 불분명한 오류</a:t>
            </a:r>
          </a:p>
          <a:p>
            <a:pPr/>
            <a:r>
              <a:t>판단 기준: 결과가 틀렸을 때 스스로 확인할 수 있는지 여부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5.5 md 파일로 남기는 맥락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확인과 기록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기록 이유: 대화는 초기화되지만 파일은 저장소에 남음</a:t>
            </a:r>
          </a:p>
          <a:p>
            <a:pPr/>
            <a:r>
              <a:t>프로젝트 규칙: CLAUDE.md 또는 AGENTS.md · /init으로 생성</a:t>
            </a:r>
          </a:p>
          <a:p>
            <a:pPr/>
            <a:r>
              <a:t>작업 기록: notes 폴더에 주제별 md 파일</a:t>
            </a:r>
          </a:p>
          <a:p>
            <a:pPr/>
            <a:r>
              <a:t>다음 세션: 대화를 이어가는 대신 해당 파일을 먼저 읽히기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병렬 실행과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Orca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병렬 실행이 필요한 시점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6.3  </a:t>
            </a:r>
            <a:r>
              <a:t>설치 확인 목록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6.4  </a:t>
            </a:r>
            <a:r>
              <a:t>개발 환경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6.5  </a:t>
            </a:r>
            <a:r>
              <a:t>다음 시간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Orca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병렬 실행과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형태: 오픈소스 데스크톱 앱 — 에이전트 CLI 여러 개를 한 화면에서 실행</a:t>
            </a:r>
          </a:p>
          <a:p>
            <a:pPr/>
            <a:r>
              <a:t>격리 방식: 에이전트마다 별도의 Git worktree 사용</a:t>
            </a:r>
          </a:p>
          <a:p>
            <a:pPr/>
            <a:r>
              <a:t>지원 범위: Claude Code, Codex 등 CLI 30종 이상</a:t>
            </a:r>
          </a:p>
          <a:p>
            <a:pPr/>
            <a:r>
              <a:t>이번 시간에는 설치하지 않고 용도만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병렬 실행이 필요한 시점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병렬 실행과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지금 단계: 에이전트 하나로 충분</a:t>
            </a:r>
          </a:p>
          <a:p>
            <a:pPr/>
            <a:r>
              <a:t>활용 시점: 팀 프로젝트에서 서로 다른 시나리오를 동시에 분석할 때</a:t>
            </a:r>
          </a:p>
          <a:p>
            <a:pPr/>
            <a:r>
              <a:t>판단 기준: 기다리는 시간이 확인하는 시간보다 길어질 때</a:t>
            </a:r>
          </a:p>
          <a:p>
            <a:pPr/>
            <a:r>
              <a:t>주의 사항: 병렬 실행 결과의 최종 검증은 사용자가 수행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6.3 설치 확인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병렬 실행과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완료 기준: 네 항목 모두 정상 동작</a:t>
            </a:r>
          </a:p>
          <a:p>
            <a:pPr/>
            <a:r>
              <a:t>미완료 항목: 오류 원문을 단톡방에 공유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4. 도구별 확인 방법과 정상 출력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도구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확인 방법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정상 출력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파이썬과 가상환경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python --version · pip list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3.11.x와 패키지 목록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Claude Code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claude --version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버전 번호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Codex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codex --version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버전 번호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Antigravity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앱 실행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구글 계정 로그인 상태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6.4 개발 환경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병렬 실행과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환경: VS Code · 파이썬 3.11 · 가상환경 · 에이전트 3종</a:t>
            </a:r>
          </a:p>
          <a:p>
            <a:pPr/>
            <a:r>
              <a:t>권한: 커밋으로 되돌릴 수 있는 폴더에서만 전면 자동 사용</a:t>
            </a:r>
          </a:p>
          <a:p>
            <a:pPr/>
            <a:r>
              <a:t>관리: 작업 단위로 /clear · 결정과 절차는 md 파일에 기록</a:t>
            </a:r>
          </a:p>
          <a:p>
            <a:pPr/>
            <a:r>
              <a:t>확인: 행 수, 결측 처리, 필터 범위, 검증하지 않은 코드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6.5 다음 시간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병렬 실행과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다음 수업부터 개인 노트북에서 코드 실행</a:t>
            </a:r>
          </a:p>
          <a:p>
            <a:pPr/>
            <a:r>
              <a:t>준비물: 이번 시간에 만든 가상환경, 로그인된 에이전트 1개 이상</a:t>
            </a:r>
          </a:p>
          <a:p>
            <a:pPr/>
            <a:r>
              <a:t>막힌 항목: 오피스 아워 수요일 17시부터 20시까지</a:t>
            </a:r>
          </a:p>
          <a:p>
            <a:pPr/>
            <a:r>
              <a:t>설치 관련 질문은 단톡방 — 오류 원문 포함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설치와 로그인 상태를 확인합니다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설치 지원 · 수요일 17:00 오피스 아워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
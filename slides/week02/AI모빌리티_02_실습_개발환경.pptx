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50분. 설치에서 막히는 학생이 반드시 나오므로 순서대로 확인하며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 다 무료 플랜으로 시작. 한도가 자주 바뀌므로 과제는 한도를 전제하지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파이썬이 처음인 학생도 오늘부터 바로 시작할 수 있게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도구에 같은 요청을 넣고 결과가 같은지 본다. 값이 다르면 그 자리에서 원인을 찾는다.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코드를 쓰는 시간보다 확인하는 시간이 길어지는 것이 정상이다.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막힌 학생은 Colab으로 전환하고 다음 주까지 로컬 환경을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AI 모빌리티 · 2026 가을학기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AI 모빌리티 · 가천대학교 스마트시티학과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2주차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개발 환경과 AI 코딩 도구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설치, 첫 실행, 결과 확인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교수 ·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9일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Week 02 Lab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오늘 할 일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실습 순서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사용할 도구  ·  2.2 파이썬 문법 학습 방식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첫 실행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pandas로 데이터 읽기  ·  3.2 AI 코드 확인 항목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마무리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오늘 확인할 것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오늘 할 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실습 순서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실습 순서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오늘 할 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GitHub 계정 생성 — 과제 제출에도 사용</a:t>
            </a:r>
          </a:p>
          <a:p>
            <a:pPr/>
            <a:r>
              <a:t>Antigravity 설치와 로그인 (Google 계정)</a:t>
            </a:r>
          </a:p>
          <a:p>
            <a:pPr/>
            <a:r>
              <a:t>Codex 설치와 로그인 — 막히면 웹 버전</a:t>
            </a:r>
          </a:p>
          <a:p>
            <a:pPr/>
            <a:r>
              <a:t>pandas 첫 실행 — 3주차에 쓸 교재 데이터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사용할 도구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파이썬 문법 학습 방식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사용할 도구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에디터: Google Antigravity — VS Code 기반, 에이전트 내장</a:t>
            </a:r>
          </a:p>
          <a:p>
            <a:pPr/>
            <a:r>
              <a:t>코딩 에이전트: OpenAI Codex — 터미널과 웹에서 사용</a:t>
            </a:r>
          </a:p>
          <a:p>
            <a:pPr/>
            <a:r>
              <a:t>대비책: Google Colab — 설치 없이 브라우저에서 실행</a:t>
            </a:r>
          </a:p>
          <a:p>
            <a:pPr/>
            <a:r>
              <a:t>분석: Python, pandas, scikit-learn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파이썬 문법 학습 방식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도구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별도 문법 강의 없음 — 필요한 시점에 도구로 해결</a:t>
            </a:r>
          </a:p>
          <a:p>
            <a:pPr/>
            <a:r>
              <a:t>확보한 시간은 결과를 확인하는 훈련에 배분</a:t>
            </a:r>
          </a:p>
          <a:p>
            <a:pPr/>
            <a:r>
              <a:t>배열 연산은 6주차 신경망 구현에서 별도 설명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첫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pandas로 데이터 읽기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AI 코드 확인 항목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pandas로 데이터 읽기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첫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3주차 End-to-End에서 쓸 교재 데이터로 미리 연습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b="1"/>
              <a:t>import</a:t>
            </a:r>
            <a:r>
              <a:t> pandas </a:t>
            </a:r>
            <a:r>
              <a:rPr b="1"/>
              <a:t>as</a:t>
            </a:r>
            <a:r>
              <a:t> pd</a:t>
            </a:r>
          </a:p>
          <a:p/>
          <a:p>
            <a:r>
              <a:t>base = "https://raw.githubusercontent.com/ageron/data/main"</a:t>
            </a:r>
          </a:p>
          <a:p>
            <a:r>
              <a:t>df = pd.read_csv(f"{base}/housing/housing.csv")</a:t>
            </a:r>
          </a:p>
          <a:p/>
          <a:p>
            <a:r>
              <a:rPr b="1"/>
              <a:t>print</a:t>
            </a:r>
            <a:r>
              <a:t>(df.shape)                          </a:t>
            </a:r>
            <a:r>
              <a:rPr>
                <a:solidFill>
                  <a:srgbClr val="5E5E5E"/>
                </a:solidFill>
              </a:rPr>
              <a:t># (결과) (20640, 10)</a:t>
            </a:r>
          </a:p>
          <a:p>
            <a:r>
              <a:rPr b="1"/>
              <a:t>print</a:t>
            </a:r>
            <a:r>
              <a:t>(df["median_house_value"].mean())   </a:t>
            </a:r>
            <a:r>
              <a:rPr>
                <a:solidFill>
                  <a:srgbClr val="5E5E5E"/>
                </a:solidFill>
              </a:rPr>
              <a:t># (결과) 206855.82</a:t>
            </a:r>
          </a:p>
          <a:p>
            <a:r>
              <a:rPr b="1"/>
              <a:t>print</a:t>
            </a:r>
            <a:r>
              <a:t>(df.isna().sum().sum())             </a:t>
            </a:r>
            <a:r>
              <a:rPr>
                <a:solidFill>
                  <a:srgbClr val="5E5E5E"/>
                </a:solidFill>
              </a:rPr>
              <a:t># (결과) 207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AI 코드 확인 항목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첫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행 수: 읽어들인 결과가 원본과 일치하는가</a:t>
            </a:r>
          </a:p>
          <a:p>
            <a:pPr/>
            <a:r>
              <a:t>결측: 삭제인지 대체인지, 대체면 어떤 값인지</a:t>
            </a:r>
          </a:p>
          <a:p>
            <a:pPr/>
            <a:r>
              <a:t>필터: 조건이 의도한 범위와 일치하는가</a:t>
            </a:r>
          </a:p>
          <a:p>
            <a:pPr/>
            <a:r>
              <a:t>확인 없이 넘어간 코드가 오차의 출처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오늘 확인할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오늘 확인할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마무리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세 패키지 import 성공 — pandas, numpy, scikit-learn</a:t>
            </a:r>
          </a:p>
          <a:p>
            <a:pPr/>
            <a:r>
              <a:t>데이터 20,640행을 읽고 요약 통계 출력</a:t>
            </a:r>
          </a:p>
          <a:p>
            <a:pPr/>
            <a:r>
              <a:t>두 도구 모두에서 같은 결과 확인</a:t>
            </a:r>
          </a:p>
          <a:p>
            <a:pPr/>
            <a:r>
              <a:t>결측 207개를 어떻게 처리할지 도구에 물어보기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 실습에서 이어서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End-to-End 프로젝트 노트북 (핸즈온 Ch2)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오피스 아워 수 17:00–20:00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
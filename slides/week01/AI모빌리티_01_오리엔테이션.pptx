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프로젝트를 먼저 보여 준 뒤, 그 문제를 풀기 위해 무엇을 배우는지 역순으로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학생들에게 이 가운데 직접 써 본 서비스가 무엇인지 묻고 시작합니다.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모델 이름을 자세히 설명하지 않습니다. 같은 문제를 여러 방법으로 풀고 공정하게 비교하는 것이 목표라고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ML의 기본부터 시작해 신경망과 Transformer를 배운 뒤, 마지막에 버스 ETA 문제로 돌아옵니다.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슬라이드만으로 수업하지 않습니다. 책을 펴고 설명한 뒤, 교재 저장소의 노트북을 함께 실행합니다.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파이썬 문법을 외우는 수업이 아니라, 코드를 읽고 결과가 맞는지 판단하는 수업이라고 설명합니다.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기말고사 대신 팀 프로젝트 발표와 보고서로 평가합니다.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사용 여부보다 결과를 직접 검토했는지를 봅니다. 주요 수치와 기준선 비교를 검토표에 적도록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결석 기준과 지각 제출 감점 등 세부 규정은 강의계획서에서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수요일에는 Python 패키지가 실행되는지만 확인합니다. 설치가 어려우면 Google Colab을 사용합니다.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모빌리티 · 2026 가을학기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AI 모빌리티 · 가천대학교 스마트시티학과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오리엔테이션 · AI 모빌리티 개관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무엇을 배우고, 어떻게 수업할까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교수 ·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1일 (화)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Week 01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이 과목에서 배우는 것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수업의 목표  ·  1.2 모빌리티에서 다루는 문제  ·  1.3 이번 학기의 프로젝트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수업 진행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15주 구성  ·  2.2 교재와 실습 코드  ·  2.3 수업에서 하는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평가와 운영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평가  ·  3.2 과제와 AI 도구  ·  3.3 주요 일정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다음 수업 준비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이번 주 할 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이 과목에서 배우는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수업의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모빌리티에서 다루는 문제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이번 학기의 프로젝트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수업의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과목에서 배우는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데이터를 읽고 문제를 정의한다</a:t>
            </a:r>
          </a:p>
          <a:p>
            <a:pPr/>
            <a:r>
              <a:t>ML·DL 모델을 학습하고 평가한다</a:t>
            </a:r>
          </a:p>
          <a:p>
            <a:pPr/>
            <a:r>
              <a:t>버스 도착시간 예측에 적용한다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모빌리티에서 다루는 문제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과목에서 배우는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1.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5410047"/>
                <a:gridCol w="54100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데이터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예측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버스 운행 이력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도착시간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대중교통 이용 이력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시간대별 수요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링크 속도·GPS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통행시간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공유모빌리티 이력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대여·반납 수요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이번 학기의 프로젝트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이 과목에서 배우는 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서울시 BIS 버스 운행 데이터</a:t>
            </a:r>
          </a:p>
          <a:p>
            <a:pPr/>
            <a:r>
              <a:t>노선별 도착시간 예측</a:t>
            </a:r>
          </a:p>
          <a:p>
            <a:pPr/>
            <a:r>
              <a:t>XGBoost·MLP·Transformer 비교</a:t>
            </a:r>
          </a:p>
          <a:p>
            <a:pPr/>
            <a:r>
              <a:t>날짜 순서에 따른 평가와 오차 분석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수업 진행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15주 구성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교재와 실습 코드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2.3  </a:t>
            </a:r>
            <a:r>
              <a:t>수업에서 하는 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15주 구성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수업 진행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그림 1. 15주 구성 — ML → DL → Transformer → ETA 프로젝트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  <p:pic>
        <p:nvPicPr>
          <p:cNvPr id="26" name="Picture 25" descr="fig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820095" cy="41994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교재와 실습 코드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수업 진행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2~5주: 『핸즈온 머신러닝 3판』</a:t>
            </a:r>
          </a:p>
          <a:p>
            <a:pPr/>
            <a:r>
              <a:t>6~7·10주: 『밑바닥부터 시작하는 딥러닝 1』</a:t>
            </a:r>
          </a:p>
          <a:p>
            <a:pPr/>
            <a:r>
              <a:t>11~12주: Attention·Transformer 강의노트</a:t>
            </a:r>
          </a:p>
          <a:p>
            <a:pPr/>
            <a:r>
              <a:t>실습: 교재의 공개 코드를 직접 실행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2.3 수업에서 하는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수업 진행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화요일: 교재의 개념과 그림을 함께 읽기</a:t>
            </a:r>
          </a:p>
          <a:p>
            <a:pPr/>
            <a:r>
              <a:t>수요일: 교재 코드를 실행하고 결과 확인하기</a:t>
            </a:r>
          </a:p>
          <a:p>
            <a:pPr/>
            <a:r>
              <a:t>과제: 같은 방법을 교통 데이터에 적용하기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평가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과제와 AI 도구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주요 일정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평가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표 2.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5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5410047"/>
                <a:gridCol w="5410048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비중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중간고사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팀 프로젝트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과제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25%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출석·참여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10%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과제와 AI 도구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AI 코딩 도구 사용 가능</a:t>
            </a:r>
          </a:p>
          <a:p>
            <a:pPr/>
            <a:r>
              <a:t>외부 자료와 코드의 출처 표시</a:t>
            </a:r>
          </a:p>
          <a:p>
            <a:pPr/>
            <a:r>
              <a:t>실행 가능한 노트북과 검토표 제출</a:t>
            </a:r>
          </a:p>
          <a:p>
            <a:pPr/>
            <a:r>
              <a:t>결과의 정확성은 제출자가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주요 일정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평가와 운영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중간고사: 10월 27일</a:t>
            </a:r>
          </a:p>
          <a:p>
            <a:pPr/>
            <a:r>
              <a:t>휴강: 10월 20~21일, HW2로 대체</a:t>
            </a:r>
          </a:p>
          <a:p>
            <a:pPr/>
            <a:r>
              <a:t>최종 발표: 12월 8일</a:t>
            </a:r>
          </a:p>
          <a:p>
            <a:pPr/>
            <a:r>
              <a:t>오피스 아워: 수요일 17:00–20:00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다음 수업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이번 주 할 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이번 주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다음 수업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주교재 두 권 준비</a:t>
            </a:r>
          </a:p>
          <a:p>
            <a:pPr/>
            <a:r>
              <a:t>수요일 실습에 노트북 지참</a:t>
            </a:r>
          </a:p>
          <a:p>
            <a:pPr/>
            <a:r>
              <a:t>GitHub 계정 준비</a:t>
            </a:r>
          </a:p>
          <a:p>
            <a:pPr/>
            <a:r>
              <a:t>다음 주: 『핸즈온 머신러닝 3판』 Ch1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다음 주 — 머신러닝 개요와 개발 환경 세팅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오피스 아워 수 17:00–20:00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